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35"/>
    <p:restoredTop sz="94655"/>
  </p:normalViewPr>
  <p:slideViewPr>
    <p:cSldViewPr snapToGrid="0">
      <p:cViewPr varScale="1">
        <p:scale>
          <a:sx n="116" d="100"/>
          <a:sy n="116" d="100"/>
        </p:scale>
        <p:origin x="192" y="9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159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0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8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68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11/27/25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362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11/27/25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002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11/27/25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893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850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11/27/25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189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635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274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11/27/25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324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pxhere.com/de/photo/1442697" TargetMode="External"/><Relationship Id="rId7" Type="http://schemas.openxmlformats.org/officeDocument/2006/relationships/hyperlink" Target="https://pxhere.com/en/photo/1570335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hyperlink" Target="https://wsparrow.blogspot.com/2018/02/how-to-create-quiz-using-python.html" TargetMode="External"/><Relationship Id="rId10" Type="http://schemas.openxmlformats.org/officeDocument/2006/relationships/hyperlink" Target="https://svgsilh.com/ffc107/tag/process-1.html" TargetMode="External"/><Relationship Id="rId4" Type="http://schemas.openxmlformats.org/officeDocument/2006/relationships/image" Target="../media/image2.jpg"/><Relationship Id="rId9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41BFA31-6544-45C2-9DA0-9E1C5E0B19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969F9D-9B24-F00C-7259-698C708B8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926" y="719377"/>
            <a:ext cx="3591629" cy="3651694"/>
          </a:xfrm>
        </p:spPr>
        <p:txBody>
          <a:bodyPr anchor="t">
            <a:normAutofit/>
          </a:bodyPr>
          <a:lstStyle/>
          <a:p>
            <a:r>
              <a:rPr lang="en-US" sz="4000" b="1" dirty="0"/>
              <a:t>Storeflow</a:t>
            </a:r>
            <a:br>
              <a:rPr lang="en-US" sz="4000" b="1" dirty="0"/>
            </a:br>
            <a:r>
              <a:rPr lang="en-US" sz="4000" b="1" dirty="0"/>
              <a:t>Creator: Kurai Masuta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8AD0A-2F7F-F7C3-B15A-2380CE6D15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6179" y="5111305"/>
            <a:ext cx="3343276" cy="1022795"/>
          </a:xfrm>
        </p:spPr>
        <p:txBody>
          <a:bodyPr anchor="b">
            <a:normAutofit/>
          </a:bodyPr>
          <a:lstStyle/>
          <a:p>
            <a:r>
              <a:rPr lang="en-US" sz="1800" dirty="0">
                <a:latin typeface="+mj-lt"/>
              </a:rPr>
              <a:t>YOUR SMART PYTHON COACH FOR SPEED, ACCURACY, AND SEAMLESS ORDER PICKING.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C36F877-5419-44C1-A2CD-376BDDDC3E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group of people shaking hands&#10;&#10;AI-generated content may be incorrect.">
            <a:extLst>
              <a:ext uri="{FF2B5EF4-FFF2-40B4-BE49-F238E27FC236}">
                <a16:creationId xmlns:a16="http://schemas.microsoft.com/office/drawing/2014/main" id="{7AF642AF-8D02-E205-C226-2321E3CE1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855" r="13519" b="5"/>
          <a:stretch>
            <a:fillRect/>
          </a:stretch>
        </p:blipFill>
        <p:spPr>
          <a:xfrm>
            <a:off x="4895637" y="719377"/>
            <a:ext cx="3219662" cy="2593322"/>
          </a:xfrm>
          <a:prstGeom prst="rect">
            <a:avLst/>
          </a:prstGeom>
        </p:spPr>
      </p:pic>
      <p:pic>
        <p:nvPicPr>
          <p:cNvPr id="6" name="Picture 5" descr="Will use a python powered system to maake things flow smooth and highpowered. ">
            <a:extLst>
              <a:ext uri="{FF2B5EF4-FFF2-40B4-BE49-F238E27FC236}">
                <a16:creationId xmlns:a16="http://schemas.microsoft.com/office/drawing/2014/main" id="{2D917056-2C3A-51ED-B409-3366BD656DC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rcRect l="12872" r="29440" b="-1"/>
          <a:stretch>
            <a:fillRect/>
          </a:stretch>
        </p:blipFill>
        <p:spPr>
          <a:xfrm>
            <a:off x="4895633" y="3473566"/>
            <a:ext cx="3219662" cy="2665057"/>
          </a:xfrm>
          <a:prstGeom prst="rect">
            <a:avLst/>
          </a:prstGeom>
        </p:spPr>
      </p:pic>
      <p:pic>
        <p:nvPicPr>
          <p:cNvPr id="10" name="Picture 9" descr="A hand holding a pencil and writing on a paper&#10;&#10;AI-generated content may be incorrect.">
            <a:extLst>
              <a:ext uri="{FF2B5EF4-FFF2-40B4-BE49-F238E27FC236}">
                <a16:creationId xmlns:a16="http://schemas.microsoft.com/office/drawing/2014/main" id="{D4C62C81-5E1C-00D0-A94B-69D0F4D84B4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rcRect l="27806" r="39024" b="-1"/>
          <a:stretch>
            <a:fillRect/>
          </a:stretch>
        </p:blipFill>
        <p:spPr>
          <a:xfrm>
            <a:off x="8289444" y="719377"/>
            <a:ext cx="3096559" cy="5414724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F71FF9D-AEC2-32FB-4C96-6E2234880A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  <a:ext uri="{837473B0-CC2E-450A-ABE3-18F120FF3D39}">
                <a1611:picAttrSrcUrl xmlns:a1611="http://schemas.microsoft.com/office/drawing/2016/11/main" r:id="rId10"/>
              </a:ext>
            </a:extLst>
          </a:blip>
          <a:stretch>
            <a:fillRect/>
          </a:stretch>
        </p:blipFill>
        <p:spPr>
          <a:xfrm>
            <a:off x="776179" y="3130502"/>
            <a:ext cx="2975855" cy="1980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91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964</TotalTime>
  <Words>20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Calisto MT</vt:lpstr>
      <vt:lpstr>Univers Condensed</vt:lpstr>
      <vt:lpstr>ChronicleVTI</vt:lpstr>
      <vt:lpstr>Storeflow Creator: Kurai Masuta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Kurai Masuta</dc:creator>
  <cp:lastModifiedBy>Kurai Masuta</cp:lastModifiedBy>
  <cp:revision>5</cp:revision>
  <dcterms:created xsi:type="dcterms:W3CDTF">2025-11-27T04:55:50Z</dcterms:created>
  <dcterms:modified xsi:type="dcterms:W3CDTF">2025-11-27T21:00:04Z</dcterms:modified>
</cp:coreProperties>
</file>