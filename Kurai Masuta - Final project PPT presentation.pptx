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5"/>
  </p:notesMasterIdLst>
  <p:sldIdLst>
    <p:sldId id="256" r:id="rId2"/>
    <p:sldId id="266" r:id="rId3"/>
    <p:sldId id="267" r:id="rId4"/>
    <p:sldId id="268" r:id="rId5"/>
    <p:sldId id="257" r:id="rId6"/>
    <p:sldId id="258" r:id="rId7"/>
    <p:sldId id="259" r:id="rId8"/>
    <p:sldId id="260" r:id="rId9"/>
    <p:sldId id="261" r:id="rId10"/>
    <p:sldId id="263" r:id="rId11"/>
    <p:sldId id="262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83"/>
    <p:restoredTop sz="94599"/>
  </p:normalViewPr>
  <p:slideViewPr>
    <p:cSldViewPr snapToGrid="0">
      <p:cViewPr>
        <p:scale>
          <a:sx n="93" d="100"/>
          <a:sy n="93" d="100"/>
        </p:scale>
        <p:origin x="2304" y="14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C36E31-F8BE-3247-8DF2-C6E0515723E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7B0A7B-A94E-AE46-A154-697BDF95AA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0482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to IDLE to show it ran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B0A7B-A94E-AE46-A154-697BDF95AAA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12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159047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820491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483543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068632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362423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002333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893722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85071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189230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963546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74862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324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pxhere.com/de/photo/1442697" TargetMode="External"/><Relationship Id="rId7" Type="http://schemas.openxmlformats.org/officeDocument/2006/relationships/hyperlink" Target="https://pxhere.com/en/photo/1570335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hyperlink" Target="https://wsparrow.blogspot.com/2018/02/how-to-create-quiz-using-python.html" TargetMode="External"/><Relationship Id="rId10" Type="http://schemas.openxmlformats.org/officeDocument/2006/relationships/hyperlink" Target="https://svgsilh.com/ffc107/tag/process-1.html" TargetMode="External"/><Relationship Id="rId4" Type="http://schemas.openxmlformats.org/officeDocument/2006/relationships/image" Target="../media/image2.jpg"/><Relationship Id="rId9" Type="http://schemas.openxmlformats.org/officeDocument/2006/relationships/image" Target="../media/image5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technofaq.org/posts/2015/10/6-different-ways-of-dealing-with-diffuse-and-angry-customers-in-a-bpo-industry/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bluediamondgallery.com/tablet/c/cost-benefit-analysis.html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ystorelocation.com/mystorelocation-store-locator-find-nearby-shops-grocery-electronics-deals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ecurityandpeople.com/2017/07/human-errors-in-cyber-security-a-swiss-cheese-of-failure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maggiehosmcgrane.com/2016/02/tech-coaching-to-promote-digital-age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uperrin.com/english/2021/04/27/improving-a-team-s-work-a-story-of-continuous-improvement/" TargetMode="Externa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sn.com/en-us/money/topstocks/alphabet-stock-has-surged-since-warren-buffett-s-berkshire-hathaway-bought-a-stake-in-the-tech-giant-is-it-too-late-to-buy/ar-AA1QXh0f" TargetMode="External"/><Relationship Id="rId2" Type="http://schemas.openxmlformats.org/officeDocument/2006/relationships/image" Target="../media/image14.im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341BFA31-6544-45C2-9DA0-9E1C5E0B1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969F9D-9B24-F00C-7259-698C708B8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926" y="719377"/>
            <a:ext cx="3591629" cy="3651694"/>
          </a:xfrm>
        </p:spPr>
        <p:txBody>
          <a:bodyPr anchor="t">
            <a:normAutofit/>
          </a:bodyPr>
          <a:lstStyle/>
          <a:p>
            <a:r>
              <a:rPr lang="en-US" sz="4000" b="1" dirty="0"/>
              <a:t>Storeflow</a:t>
            </a:r>
            <a:br>
              <a:rPr lang="en-US" sz="4000" b="1" dirty="0"/>
            </a:br>
            <a:r>
              <a:rPr lang="en-US" sz="4000" b="1" dirty="0"/>
              <a:t>Creator: Kurai Masuta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28AD0A-2F7F-F7C3-B15A-2380CE6D1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179" y="5111305"/>
            <a:ext cx="3343276" cy="1022795"/>
          </a:xfrm>
        </p:spPr>
        <p:txBody>
          <a:bodyPr anchor="b">
            <a:normAutofit/>
          </a:bodyPr>
          <a:lstStyle/>
          <a:p>
            <a:r>
              <a:rPr lang="en-US" sz="1800" dirty="0">
                <a:latin typeface="+mj-lt"/>
              </a:rPr>
              <a:t>YOUR SMART PYTHON COACH FOR SPEED, ACCURACY, AND SEAMLESS ORDER PICKING.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C36F877-5419-44C1-A2CD-376BDDDC3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group of people shaking hands&#10;&#10;AI-generated content may be incorrect.">
            <a:extLst>
              <a:ext uri="{FF2B5EF4-FFF2-40B4-BE49-F238E27FC236}">
                <a16:creationId xmlns:a16="http://schemas.microsoft.com/office/drawing/2014/main" id="{7AF642AF-8D02-E205-C226-2321E3CE1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4855" r="13519" b="5"/>
          <a:stretch>
            <a:fillRect/>
          </a:stretch>
        </p:blipFill>
        <p:spPr>
          <a:xfrm>
            <a:off x="4895637" y="719377"/>
            <a:ext cx="3219662" cy="2593322"/>
          </a:xfrm>
          <a:prstGeom prst="rect">
            <a:avLst/>
          </a:prstGeom>
        </p:spPr>
      </p:pic>
      <p:pic>
        <p:nvPicPr>
          <p:cNvPr id="6" name="Picture 5" descr="Will use a python powered system to maake things flow smooth and highpowered. ">
            <a:extLst>
              <a:ext uri="{FF2B5EF4-FFF2-40B4-BE49-F238E27FC236}">
                <a16:creationId xmlns:a16="http://schemas.microsoft.com/office/drawing/2014/main" id="{2D917056-2C3A-51ED-B409-3366BD656DC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l="12872" r="29440" b="-1"/>
          <a:stretch>
            <a:fillRect/>
          </a:stretch>
        </p:blipFill>
        <p:spPr>
          <a:xfrm>
            <a:off x="4895633" y="3473566"/>
            <a:ext cx="3219662" cy="2665057"/>
          </a:xfrm>
          <a:prstGeom prst="rect">
            <a:avLst/>
          </a:prstGeom>
        </p:spPr>
      </p:pic>
      <p:pic>
        <p:nvPicPr>
          <p:cNvPr id="10" name="Picture 9" descr="A hand holding a pencil and writing on a paper&#10;&#10;AI-generated content may be incorrect.">
            <a:extLst>
              <a:ext uri="{FF2B5EF4-FFF2-40B4-BE49-F238E27FC236}">
                <a16:creationId xmlns:a16="http://schemas.microsoft.com/office/drawing/2014/main" id="{D4C62C81-5E1C-00D0-A94B-69D0F4D84B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rcRect l="27806" r="39024" b="-1"/>
          <a:stretch>
            <a:fillRect/>
          </a:stretch>
        </p:blipFill>
        <p:spPr>
          <a:xfrm>
            <a:off x="8289444" y="719377"/>
            <a:ext cx="3096559" cy="5414724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5F71FF9D-AEC2-32FB-4C96-6E2234880A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76179" y="3223451"/>
            <a:ext cx="2975855" cy="1980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91498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39A95-2F03-D054-2397-CC86B3AB9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Intro/prompts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B30C0-9BA6-DC22-DAED-DF6179D2C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537855"/>
            <a:ext cx="10691265" cy="4424033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</a:pPr>
            <a:r>
              <a:rPr lang="en-US" sz="1400" dirty="0"/>
              <a:t>What was the idea? - </a:t>
            </a:r>
            <a:r>
              <a:rPr lang="en-US" sz="1400" dirty="0">
                <a:highlight>
                  <a:srgbClr val="FFFF00"/>
                </a:highlight>
              </a:rPr>
              <a:t>A system that will help boost efficiency and reduce errors for retail stores </a:t>
            </a:r>
            <a:br>
              <a:rPr lang="en-US" sz="1400" dirty="0"/>
            </a:br>
            <a:r>
              <a:rPr lang="en-US" sz="1400" dirty="0"/>
              <a:t>• What source code/tutorials did you find? – </a:t>
            </a:r>
            <a:r>
              <a:rPr lang="en-US" sz="1400" dirty="0">
                <a:highlight>
                  <a:srgbClr val="FFFF00"/>
                </a:highlight>
              </a:rPr>
              <a:t>Used class notes and basic python input/loop examples. </a:t>
            </a:r>
            <a:br>
              <a:rPr lang="en-US" sz="1400" dirty="0"/>
            </a:br>
            <a:r>
              <a:rPr lang="en-US" sz="1400" dirty="0"/>
              <a:t>3) How did your project develop? </a:t>
            </a:r>
            <a:r>
              <a:rPr lang="en-US" sz="1400" dirty="0">
                <a:highlight>
                  <a:srgbClr val="FFFF00"/>
                </a:highlight>
              </a:rPr>
              <a:t>At first, the target was a couple of tips based on the store but developed into asking for number or items, orders, and checklists.</a:t>
            </a:r>
            <a:br>
              <a:rPr lang="en-US" sz="1400" dirty="0"/>
            </a:br>
            <a:r>
              <a:rPr lang="en-US" sz="1400" dirty="0"/>
              <a:t>• What surprised you? - </a:t>
            </a:r>
            <a:r>
              <a:rPr lang="en-US" sz="1400" dirty="0">
                <a:highlight>
                  <a:srgbClr val="FFFF00"/>
                </a:highlight>
              </a:rPr>
              <a:t>How it would run in IDLE. </a:t>
            </a:r>
            <a:r>
              <a:rPr lang="en-US" sz="1400" dirty="0"/>
              <a:t>How did the scope change? - </a:t>
            </a:r>
            <a:r>
              <a:rPr lang="en-US" sz="1400" dirty="0">
                <a:highlight>
                  <a:srgbClr val="FFFF00"/>
                </a:highlight>
              </a:rPr>
              <a:t>It went from giving the worker a simple suggestion to a short but thorough walkthrough.</a:t>
            </a:r>
            <a:r>
              <a:rPr lang="en-US" sz="1400" dirty="0"/>
              <a:t> Why? - </a:t>
            </a:r>
            <a:r>
              <a:rPr lang="en-US" sz="1400" dirty="0">
                <a:highlight>
                  <a:srgbClr val="FFFF00"/>
                </a:highlight>
              </a:rPr>
              <a:t>I realized I can add more to it and make it have more features.</a:t>
            </a:r>
            <a:br>
              <a:rPr lang="en-US" sz="1400" dirty="0">
                <a:highlight>
                  <a:srgbClr val="FFFF00"/>
                </a:highlight>
              </a:rPr>
            </a:br>
            <a:r>
              <a:rPr lang="en-US" sz="1400" dirty="0"/>
              <a:t>• What roadblocks did you face? – </a:t>
            </a:r>
            <a:r>
              <a:rPr lang="en-US" sz="1400" dirty="0">
                <a:highlight>
                  <a:srgbClr val="FFFF00"/>
                </a:highlight>
              </a:rPr>
              <a:t>Some were that the program would crash on a bad input, the loop structure kept repeating wrong, and the tips were repeated out of order.</a:t>
            </a:r>
            <a:r>
              <a:rPr lang="en-US" sz="1400" dirty="0"/>
              <a:t>  How did you overcome them? -  (show the code and changes you made to fix it) </a:t>
            </a:r>
            <a:r>
              <a:rPr lang="en-US" sz="1400" dirty="0">
                <a:highlight>
                  <a:srgbClr val="FFFF00"/>
                </a:highlight>
              </a:rPr>
              <a:t>Fixes/changes shown on next slide.</a:t>
            </a:r>
            <a:br>
              <a:rPr lang="en-US" sz="1400" dirty="0"/>
            </a:br>
            <a:r>
              <a:rPr lang="en-US" sz="1400" dirty="0"/>
              <a:t>4) Run it/Show the code.</a:t>
            </a:r>
            <a:br>
              <a:rPr lang="en-US" sz="1400" dirty="0"/>
            </a:br>
            <a:r>
              <a:rPr lang="en-US" sz="1400" dirty="0"/>
              <a:t>• Does it run? – </a:t>
            </a:r>
            <a:r>
              <a:rPr lang="en-US" sz="1400" dirty="0">
                <a:highlight>
                  <a:srgbClr val="FFFF00"/>
                </a:highlight>
              </a:rPr>
              <a:t>Yes, it does. More shown in later slides.</a:t>
            </a:r>
            <a:br>
              <a:rPr lang="en-US" sz="1400" dirty="0">
                <a:highlight>
                  <a:srgbClr val="FFFF00"/>
                </a:highlight>
              </a:rPr>
            </a:br>
            <a:r>
              <a:rPr lang="en-US" sz="1400" dirty="0"/>
              <a:t>• What would you do next? – </a:t>
            </a:r>
            <a:r>
              <a:rPr lang="en-US" sz="1400" dirty="0">
                <a:highlight>
                  <a:srgbClr val="FFFF00"/>
                </a:highlight>
              </a:rPr>
              <a:t>I can add more features, talked about on later slide.</a:t>
            </a:r>
          </a:p>
        </p:txBody>
      </p:sp>
    </p:spTree>
    <p:extLst>
      <p:ext uri="{BB962C8B-B14F-4D97-AF65-F5344CB8AC3E}">
        <p14:creationId xmlns:p14="http://schemas.microsoft.com/office/powerpoint/2010/main" val="1184590297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A2623-00DD-5A16-7797-4BBA680A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Roadblock fixes</a:t>
            </a:r>
            <a:br>
              <a:rPr lang="en-US" dirty="0"/>
            </a:br>
            <a:r>
              <a:rPr lang="en-US" sz="1600" u="sng" dirty="0"/>
              <a:t>(refer to next slide for full code)</a:t>
            </a:r>
            <a:endParaRPr lang="en-US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20B34-2E0D-CCD1-2AB4-AA69EFE7B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3739896"/>
          </a:xfrm>
        </p:spPr>
        <p:txBody>
          <a:bodyPr/>
          <a:lstStyle/>
          <a:p>
            <a:r>
              <a:rPr lang="en-US" dirty="0"/>
              <a:t>Roadblock 1 - Program would crash on bad input</a:t>
            </a:r>
          </a:p>
          <a:p>
            <a:pPr lvl="1"/>
            <a:r>
              <a:rPr lang="en-US" dirty="0"/>
              <a:t>Added input validation, cleaning the input , and giving error messages instead of crashing.</a:t>
            </a:r>
          </a:p>
          <a:p>
            <a:pPr lvl="1"/>
            <a:r>
              <a:rPr lang="en-US" dirty="0"/>
              <a:t>Users could now retry or type “quit” to exit safely.</a:t>
            </a:r>
          </a:p>
          <a:p>
            <a:r>
              <a:rPr lang="en-US" dirty="0"/>
              <a:t>Roadblock 2 – Loop repeated even after saying “No”</a:t>
            </a:r>
          </a:p>
          <a:p>
            <a:pPr lvl="1"/>
            <a:r>
              <a:rPr lang="en-US" dirty="0"/>
              <a:t>Adjusted the loop logic and standardized the yes/no responses.</a:t>
            </a:r>
          </a:p>
          <a:p>
            <a:pPr lvl="1"/>
            <a:r>
              <a:rPr lang="en-US" dirty="0"/>
              <a:t>Now program only repeats when user clearly selects “yes”.</a:t>
            </a:r>
          </a:p>
          <a:p>
            <a:r>
              <a:rPr lang="en-US" dirty="0"/>
              <a:t>Roadblock 3 – Tips were repeated and/or out of order</a:t>
            </a:r>
          </a:p>
          <a:p>
            <a:pPr lvl="1"/>
            <a:r>
              <a:rPr lang="en-US" dirty="0"/>
              <a:t>Gave each store its own separate set of tips.</a:t>
            </a:r>
          </a:p>
          <a:p>
            <a:pPr lvl="1"/>
            <a:r>
              <a:rPr lang="en-US" dirty="0"/>
              <a:t>The program now shows correct tips in the right order every time.</a:t>
            </a:r>
          </a:p>
        </p:txBody>
      </p:sp>
    </p:spTree>
    <p:extLst>
      <p:ext uri="{BB962C8B-B14F-4D97-AF65-F5344CB8AC3E}">
        <p14:creationId xmlns:p14="http://schemas.microsoft.com/office/powerpoint/2010/main" val="2945756451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Content Placeholder 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BB4E5BA-18A1-6A9A-08C1-A90630A255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122" b="800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5165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FA73C-20B7-8A07-4096-DE3C9E0DF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9468-4358-29CA-F26C-560EDE2A7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Many companies and retail order teams struggle with being able to quickly and efficiently dispense and provide customers’ orders timely and accurately. </a:t>
            </a:r>
          </a:p>
          <a:p>
            <a:r>
              <a:rPr lang="en-US" dirty="0"/>
              <a:t>Common issues</a:t>
            </a:r>
          </a:p>
          <a:p>
            <a:pPr lvl="1"/>
            <a:r>
              <a:rPr lang="en-US" dirty="0"/>
              <a:t>Walking back forth across the store</a:t>
            </a:r>
          </a:p>
          <a:p>
            <a:pPr lvl="1"/>
            <a:r>
              <a:rPr lang="en-US" dirty="0"/>
              <a:t>Picking the wrong items and/or quantities</a:t>
            </a:r>
          </a:p>
          <a:p>
            <a:pPr lvl="1"/>
            <a:r>
              <a:rPr lang="en-US" dirty="0"/>
              <a:t>New employees struggle to get acquainted</a:t>
            </a:r>
          </a:p>
          <a:p>
            <a:pPr lvl="1"/>
            <a:endParaRPr lang="en-US" dirty="0"/>
          </a:p>
          <a:p>
            <a:pPr marL="457200" lvl="1" indent="0" algn="ctr">
              <a:buNone/>
            </a:pPr>
            <a:r>
              <a:rPr lang="en-US" sz="2000" dirty="0"/>
              <a:t>It leads to refunds, unhappy customers, and unnecessary mistakes.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5" name="Picture 4" descr="A person yelling at a telephone&#10;&#10;AI-generated content may be incorrect.">
            <a:extLst>
              <a:ext uri="{FF2B5EF4-FFF2-40B4-BE49-F238E27FC236}">
                <a16:creationId xmlns:a16="http://schemas.microsoft.com/office/drawing/2014/main" id="{A8942A83-AC11-6BCA-AD0E-DCD021E61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667740" y="3035783"/>
            <a:ext cx="1949985" cy="1299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071532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4439F-0972-7448-CC9F-F2A76024D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fix: </a:t>
            </a:r>
            <a:r>
              <a:rPr lang="en-US" dirty="0">
                <a:highlight>
                  <a:srgbClr val="808000"/>
                </a:highlight>
              </a:rPr>
              <a:t>S</a:t>
            </a:r>
            <a:r>
              <a:rPr lang="en-US" cap="none" dirty="0">
                <a:highlight>
                  <a:srgbClr val="808000"/>
                </a:highlight>
              </a:rPr>
              <a:t>tore</a:t>
            </a:r>
            <a:r>
              <a:rPr lang="en-US" dirty="0">
                <a:highlight>
                  <a:srgbClr val="808000"/>
                </a:highlight>
              </a:rPr>
              <a:t>f</a:t>
            </a:r>
            <a:r>
              <a:rPr lang="en-US" cap="none" dirty="0">
                <a:highlight>
                  <a:srgbClr val="808000"/>
                </a:highlight>
              </a:rPr>
              <a:t>low</a:t>
            </a:r>
            <a:endParaRPr lang="en-US" dirty="0">
              <a:highlight>
                <a:srgbClr val="8080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18344-EA8E-0CA8-6031-F1860B86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StoreFlow is a python powered system that will help employees and businesses be more productive and better overall.</a:t>
            </a:r>
          </a:p>
          <a:p>
            <a:r>
              <a:rPr lang="en-US" dirty="0"/>
              <a:t>Stores like Walmart and Target can use it</a:t>
            </a:r>
          </a:p>
          <a:p>
            <a:r>
              <a:rPr lang="en-US" dirty="0"/>
              <a:t>Campus stores like the student center can utilize it</a:t>
            </a:r>
          </a:p>
          <a:p>
            <a:r>
              <a:rPr lang="en-US" dirty="0"/>
              <a:t>It would greatly benefit Instacart systems</a:t>
            </a:r>
          </a:p>
          <a:p>
            <a:pPr marL="0" indent="0" algn="ctr">
              <a:buNone/>
            </a:pPr>
            <a:r>
              <a:rPr lang="en-US" dirty="0"/>
              <a:t>Employees/staff can easily learn and put it into use</a:t>
            </a:r>
          </a:p>
        </p:txBody>
      </p:sp>
      <p:pic>
        <p:nvPicPr>
          <p:cNvPr id="5" name="Picture 4" descr="A tablet with words on it&#10;&#10;AI-generated content may be incorrect.">
            <a:extLst>
              <a:ext uri="{FF2B5EF4-FFF2-40B4-BE49-F238E27FC236}">
                <a16:creationId xmlns:a16="http://schemas.microsoft.com/office/drawing/2014/main" id="{80FB93B7-4D4A-2235-7A99-B7CD62D34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99156" y="2787325"/>
            <a:ext cx="2623384" cy="1748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86225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65F0C-C0CE-1507-16AD-D2BE51B63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896983"/>
          </a:xfrm>
        </p:spPr>
        <p:txBody>
          <a:bodyPr/>
          <a:lstStyle/>
          <a:p>
            <a:pPr algn="ctr"/>
            <a:r>
              <a:rPr lang="en-US" dirty="0"/>
              <a:t>How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57402-73D5-5AAA-8BCB-4658224D7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934609"/>
            <a:ext cx="10691265" cy="3739896"/>
          </a:xfrm>
        </p:spPr>
        <p:txBody>
          <a:bodyPr/>
          <a:lstStyle/>
          <a:p>
            <a:r>
              <a:rPr lang="en-US" dirty="0"/>
              <a:t>Asks for:</a:t>
            </a:r>
          </a:p>
          <a:p>
            <a:pPr lvl="1"/>
            <a:r>
              <a:rPr lang="en-US" dirty="0"/>
              <a:t>Customer name</a:t>
            </a:r>
          </a:p>
          <a:p>
            <a:pPr lvl="1"/>
            <a:r>
              <a:rPr lang="en-US" dirty="0"/>
              <a:t>Order ID</a:t>
            </a:r>
          </a:p>
          <a:p>
            <a:r>
              <a:rPr lang="en-US" dirty="0"/>
              <a:t>Uses pick list of items:</a:t>
            </a:r>
          </a:p>
          <a:p>
            <a:pPr lvl="1"/>
            <a:r>
              <a:rPr lang="en-US" dirty="0"/>
              <a:t>Name, SKU, zone, aisle, location, quantity needed</a:t>
            </a:r>
          </a:p>
          <a:p>
            <a:r>
              <a:rPr lang="en-US" dirty="0"/>
              <a:t>For each Item:</a:t>
            </a:r>
          </a:p>
          <a:p>
            <a:pPr lvl="1"/>
            <a:r>
              <a:rPr lang="en-US" dirty="0"/>
              <a:t>Shows where it is</a:t>
            </a:r>
          </a:p>
          <a:p>
            <a:pPr lvl="1"/>
            <a:r>
              <a:rPr lang="en-US" dirty="0"/>
              <a:t>Lets the worker: Pick, Skip, or Quit</a:t>
            </a:r>
          </a:p>
        </p:txBody>
      </p:sp>
      <p:pic>
        <p:nvPicPr>
          <p:cNvPr id="7" name="Picture 6" descr="A cellphone with a map and icons&#10;&#10;AI-generated content may be incorrect.">
            <a:extLst>
              <a:ext uri="{FF2B5EF4-FFF2-40B4-BE49-F238E27FC236}">
                <a16:creationId xmlns:a16="http://schemas.microsoft.com/office/drawing/2014/main" id="{1E9E081A-98A3-EBA2-C97F-104C39D1C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06755" y="2062168"/>
            <a:ext cx="4878179" cy="3252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65488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CC868-11C7-44A7-A60F-4E2AC522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 prevention and coaching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B3FE0-A62D-8E6F-5760-C225A4C63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Warns if worker tries to pick more items, then needed </a:t>
            </a:r>
          </a:p>
          <a:p>
            <a:r>
              <a:rPr lang="en-US" dirty="0"/>
              <a:t>Tracks units needed vs. units picked</a:t>
            </a:r>
          </a:p>
          <a:p>
            <a:r>
              <a:rPr lang="en-US" dirty="0"/>
              <a:t>At the end, shows accuracy percentage and tips on how to be better next time</a:t>
            </a:r>
          </a:p>
        </p:txBody>
      </p:sp>
      <p:pic>
        <p:nvPicPr>
          <p:cNvPr id="5" name="Picture 4" descr="A diagram of cheese with holes and a red line&#10;&#10;AI-generated content may be incorrect.">
            <a:extLst>
              <a:ext uri="{FF2B5EF4-FFF2-40B4-BE49-F238E27FC236}">
                <a16:creationId xmlns:a16="http://schemas.microsoft.com/office/drawing/2014/main" id="{B98B319F-AC5D-9BDE-26D2-45276BB4E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667250" y="3848100"/>
            <a:ext cx="28575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49251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9FBA3-7F85-7C83-ECBD-B9BD756D6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367" y="747389"/>
            <a:ext cx="10691265" cy="107370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Example of system at work</a:t>
            </a:r>
            <a:br>
              <a:rPr lang="en-US" dirty="0"/>
            </a:br>
            <a:r>
              <a:rPr lang="en-US" dirty="0"/>
              <a:t>(</a:t>
            </a:r>
            <a:r>
              <a:rPr lang="en-US" sz="2000" dirty="0">
                <a:highlight>
                  <a:srgbClr val="FFFF00"/>
                </a:highlight>
              </a:rPr>
              <a:t>Presenter Note: </a:t>
            </a:r>
            <a:r>
              <a:rPr lang="en-US" sz="2000" u="sng" dirty="0">
                <a:highlight>
                  <a:srgbClr val="FFFF00"/>
                </a:highlight>
              </a:rPr>
              <a:t>Now go to show in IDLE during presentation</a:t>
            </a:r>
            <a:r>
              <a:rPr lang="en-US" u="sng" dirty="0"/>
              <a:t>)</a:t>
            </a:r>
          </a:p>
        </p:txBody>
      </p:sp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023E46D-1794-AA55-94A4-E3ED699B1A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91315" y="2030882"/>
            <a:ext cx="5149458" cy="3333597"/>
          </a:xfr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A601A4-1D60-8361-ABAF-02779CD485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351" y="2030883"/>
            <a:ext cx="5149459" cy="3333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600D93-1435-BF19-B134-FF280FA05098}"/>
              </a:ext>
            </a:extLst>
          </p:cNvPr>
          <p:cNvSpPr txBox="1"/>
          <p:nvPr/>
        </p:nvSpPr>
        <p:spPr>
          <a:xfrm>
            <a:off x="491315" y="5695249"/>
            <a:ext cx="3667030" cy="369332"/>
          </a:xfrm>
          <a:prstGeom prst="rect">
            <a:avLst/>
          </a:prstGeom>
          <a:noFill/>
          <a:effectLst>
            <a:outerShdw blurRad="50800" dist="50800" dir="5400000" algn="ctr" rotWithShape="0">
              <a:srgbClr val="000000"/>
            </a:outerShdw>
            <a:softEdge rad="165100"/>
          </a:effectLst>
        </p:spPr>
        <p:txBody>
          <a:bodyPr wrap="none" rtlCol="0">
            <a:spAutoFit/>
          </a:bodyPr>
          <a:lstStyle/>
          <a:p>
            <a:r>
              <a:rPr lang="en-US" dirty="0"/>
              <a:t>This a screenshot of the code itself.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CF90B6-97F7-B257-CE99-ED87F43A5423}"/>
              </a:ext>
            </a:extLst>
          </p:cNvPr>
          <p:cNvSpPr txBox="1"/>
          <p:nvPr/>
        </p:nvSpPr>
        <p:spPr>
          <a:xfrm>
            <a:off x="6630351" y="5481934"/>
            <a:ext cx="5149459" cy="923330"/>
          </a:xfrm>
          <a:prstGeom prst="rect">
            <a:avLst/>
          </a:prstGeom>
          <a:noFill/>
          <a:effectLst>
            <a:outerShdw blurRad="50800" dist="50800" dir="5400000" algn="ctr" rotWithShape="0">
              <a:srgbClr val="000000"/>
            </a:outerShdw>
            <a:softEdge rad="167659"/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This is a screenshot of a test run/example of me running the system as a user of it would. Larger zoom of output on next slide.</a:t>
            </a:r>
          </a:p>
        </p:txBody>
      </p:sp>
    </p:spTree>
    <p:extLst>
      <p:ext uri="{BB962C8B-B14F-4D97-AF65-F5344CB8AC3E}">
        <p14:creationId xmlns:p14="http://schemas.microsoft.com/office/powerpoint/2010/main" val="3103863754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779870-B969-371B-F8B1-35DA5A7241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3127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88617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81BDD-AFF5-07C8-5FF5-48D3B98BA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Technologies used/involved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C5310-402B-5579-FAFE-B91D879F5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used the language of python in IDLE to configure my code.</a:t>
            </a:r>
          </a:p>
          <a:p>
            <a:pPr lvl="1"/>
            <a:r>
              <a:rPr lang="en-US" dirty="0"/>
              <a:t>Input &amp; Output – interacts with users through questions</a:t>
            </a:r>
          </a:p>
          <a:p>
            <a:pPr lvl="1"/>
            <a:r>
              <a:rPr lang="en-US" dirty="0"/>
              <a:t>Lists &amp; Dictionaries – Used to store item information</a:t>
            </a:r>
          </a:p>
          <a:p>
            <a:pPr lvl="1"/>
            <a:r>
              <a:rPr lang="en-US" dirty="0"/>
              <a:t>If/Else Statement – Used to make decisions (pick, skip, quit)</a:t>
            </a:r>
          </a:p>
          <a:p>
            <a:pPr lvl="1"/>
            <a:r>
              <a:rPr lang="en-US" dirty="0"/>
              <a:t>Loops – Used to go through each item in the pick list</a:t>
            </a:r>
          </a:p>
          <a:p>
            <a:pPr lvl="1"/>
            <a:r>
              <a:rPr lang="en-US" dirty="0"/>
              <a:t>Functions – Organize the code into simple parts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8" name="Picture 7" descr="A person touching a screen with his hands&#10;&#10;AI-generated content may be incorrect.">
            <a:extLst>
              <a:ext uri="{FF2B5EF4-FFF2-40B4-BE49-F238E27FC236}">
                <a16:creationId xmlns:a16="http://schemas.microsoft.com/office/drawing/2014/main" id="{727A3D31-E3E4-3992-86E6-2DC2BCB2D6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898180" y="2307770"/>
            <a:ext cx="4145774" cy="2711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8864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D4FB5-1E87-1866-E625-7C652EE81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I can add/Future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EAC3E-4626-0AA7-FD76-1EDE5FDC5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tracking for data metrics.</a:t>
            </a:r>
          </a:p>
          <a:p>
            <a:r>
              <a:rPr lang="en-US" dirty="0"/>
              <a:t>The ability to compare with different stores and modes.</a:t>
            </a:r>
          </a:p>
          <a:p>
            <a:r>
              <a:rPr lang="en-US" dirty="0"/>
              <a:t>Turn into simple mobile app.</a:t>
            </a:r>
          </a:p>
          <a:p>
            <a:r>
              <a:rPr lang="en-US" dirty="0"/>
              <a:t>Add route optimization throughout the store for order pickers.</a:t>
            </a:r>
          </a:p>
        </p:txBody>
      </p:sp>
      <p:pic>
        <p:nvPicPr>
          <p:cNvPr id="5" name="Picture 4" descr="A person walking on a step&#10;&#10;AI-generated content may be incorrect.">
            <a:extLst>
              <a:ext uri="{FF2B5EF4-FFF2-40B4-BE49-F238E27FC236}">
                <a16:creationId xmlns:a16="http://schemas.microsoft.com/office/drawing/2014/main" id="{1A72187F-E27C-C792-30E0-7E9535FE1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799943" y="3529584"/>
            <a:ext cx="4314088" cy="259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582394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02417-5168-A1D5-6112-6FCB09BE2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170F0-4614-0D90-0EC7-491366A4C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045722"/>
            <a:ext cx="10691265" cy="3739896"/>
          </a:xfrm>
        </p:spPr>
        <p:txBody>
          <a:bodyPr/>
          <a:lstStyle/>
          <a:p>
            <a:r>
              <a:rPr lang="en-US" dirty="0"/>
              <a:t>All in all, StoreFlow help reduce order errors and benefits businesses and employees immensely.</a:t>
            </a:r>
          </a:p>
          <a:p>
            <a:r>
              <a:rPr lang="en-US" dirty="0"/>
              <a:t>My experience as an employee working with online orders as well as a customer picking up my orders gave the idea to produce this project/system.</a:t>
            </a:r>
          </a:p>
        </p:txBody>
      </p:sp>
      <p:pic>
        <p:nvPicPr>
          <p:cNvPr id="5" name="Picture 4" descr="A green chart with a line graph&#10;&#10;AI-generated content may be incorrect.">
            <a:extLst>
              <a:ext uri="{FF2B5EF4-FFF2-40B4-BE49-F238E27FC236}">
                <a16:creationId xmlns:a16="http://schemas.microsoft.com/office/drawing/2014/main" id="{B0AC2390-151C-1125-E0AF-FAA31B808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493601" y="3292786"/>
            <a:ext cx="5204798" cy="273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57752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11970</TotalTime>
  <Words>810</Words>
  <Application>Microsoft Macintosh PowerPoint</Application>
  <PresentationFormat>Widescreen</PresentationFormat>
  <Paragraphs>61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Calisto MT</vt:lpstr>
      <vt:lpstr>Univers Condensed</vt:lpstr>
      <vt:lpstr>ChronicleVTI</vt:lpstr>
      <vt:lpstr>Storeflow Creator: Kurai Masuta</vt:lpstr>
      <vt:lpstr>Intro/prompts</vt:lpstr>
      <vt:lpstr>Roadblock fixes (refer to next slide for full code)</vt:lpstr>
      <vt:lpstr>PowerPoint Presentation</vt:lpstr>
      <vt:lpstr>The Problem</vt:lpstr>
      <vt:lpstr>The fix: Storeflow</vt:lpstr>
      <vt:lpstr>How it works</vt:lpstr>
      <vt:lpstr>Error prevention and coaching</vt:lpstr>
      <vt:lpstr>Example of system at work (Presenter Note: Now go to show in IDLE during presentation)</vt:lpstr>
      <vt:lpstr>PowerPoint Presentation</vt:lpstr>
      <vt:lpstr>Technologies used/involved</vt:lpstr>
      <vt:lpstr>Things I can add/Future improvements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Kurai Masuta</dc:creator>
  <cp:lastModifiedBy>Kurai Masuta</cp:lastModifiedBy>
  <cp:revision>8</cp:revision>
  <dcterms:created xsi:type="dcterms:W3CDTF">2025-11-27T04:55:50Z</dcterms:created>
  <dcterms:modified xsi:type="dcterms:W3CDTF">2025-12-05T12:26:43Z</dcterms:modified>
</cp:coreProperties>
</file>