
<file path=[Content_Types].xml><?xml version="1.0" encoding="utf-8"?>
<Types xmlns="http://schemas.openxmlformats.org/package/2006/content-types">
  <Default Extension="im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599"/>
  </p:normalViewPr>
  <p:slideViewPr>
    <p:cSldViewPr snapToGrid="0">
      <p:cViewPr varScale="1">
        <p:scale>
          <a:sx n="116" d="100"/>
          <a:sy n="116" d="100"/>
        </p:scale>
        <p:origin x="192" y="9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59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8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6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6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0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93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8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8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6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7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32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pxhere.com/de/photo/1442697" TargetMode="External"/><Relationship Id="rId7" Type="http://schemas.openxmlformats.org/officeDocument/2006/relationships/hyperlink" Target="https://pxhere.com/en/photo/1570335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hyperlink" Target="https://wsparrow.blogspot.com/2018/02/how-to-create-quiz-using-python.html" TargetMode="External"/><Relationship Id="rId10" Type="http://schemas.openxmlformats.org/officeDocument/2006/relationships/hyperlink" Target="https://svgsilh.com/ffc107/tag/process-1.html" TargetMode="External"/><Relationship Id="rId4" Type="http://schemas.openxmlformats.org/officeDocument/2006/relationships/image" Target="../media/image2.jpg"/><Relationship Id="rId9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technofaq.org/posts/2015/10/6-different-ways-of-dealing-with-diffuse-and-angry-customers-in-a-bpo-industr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luediamondgallery.com/tablet/c/cost-benefit-analysis.html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ystorelocation.com/mystorelocation-store-locator-find-nearby-shops-grocery-electronics-deals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ecurityandpeople.com/2017/07/human-errors-in-cyber-security-a-swiss-cheese-of-failure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ggiehosmcgrane.com/2016/02/tech-coaching-to-promote-digital-age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uperrin.com/english/2021/04/27/improving-a-team-s-work-a-story-of-continuous-improvement/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n.com/en-us/money/topstocks/alphabet-stock-has-surged-since-warren-buffett-s-berkshire-hathaway-bought-a-stake-in-the-tech-giant-is-it-too-late-to-buy/ar-AA1QXh0f" TargetMode="External"/><Relationship Id="rId2" Type="http://schemas.openxmlformats.org/officeDocument/2006/relationships/image" Target="../media/image14.im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69F9D-9B24-F00C-7259-698C708B8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26" y="719377"/>
            <a:ext cx="3591629" cy="3651694"/>
          </a:xfrm>
        </p:spPr>
        <p:txBody>
          <a:bodyPr anchor="t">
            <a:normAutofit/>
          </a:bodyPr>
          <a:lstStyle/>
          <a:p>
            <a:r>
              <a:rPr lang="en-US" sz="4000" b="1" dirty="0"/>
              <a:t>Storeflow</a:t>
            </a:r>
            <a:br>
              <a:rPr lang="en-US" sz="4000" b="1" dirty="0"/>
            </a:br>
            <a:r>
              <a:rPr lang="en-US" sz="4000" b="1" dirty="0"/>
              <a:t>Creator: Kurai Masuta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8AD0A-2F7F-F7C3-B15A-2380CE6D1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179" y="5111305"/>
            <a:ext cx="3343276" cy="1022795"/>
          </a:xfrm>
        </p:spPr>
        <p:txBody>
          <a:bodyPr anchor="b">
            <a:normAutofit/>
          </a:bodyPr>
          <a:lstStyle/>
          <a:p>
            <a:r>
              <a:rPr lang="en-US" sz="1800" dirty="0">
                <a:latin typeface="+mj-lt"/>
              </a:rPr>
              <a:t>YOUR SMART PYTHON COACH FOR SPEED, ACCURACY, AND SEAMLESS ORDER PICKING.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group of people shaking hands&#10;&#10;AI-generated content may be incorrect.">
            <a:extLst>
              <a:ext uri="{FF2B5EF4-FFF2-40B4-BE49-F238E27FC236}">
                <a16:creationId xmlns:a16="http://schemas.microsoft.com/office/drawing/2014/main" id="{7AF642AF-8D02-E205-C226-2321E3CE1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855" r="13519" b="5"/>
          <a:stretch>
            <a:fillRect/>
          </a:stretch>
        </p:blipFill>
        <p:spPr>
          <a:xfrm>
            <a:off x="4895637" y="719377"/>
            <a:ext cx="3219662" cy="2593322"/>
          </a:xfrm>
          <a:prstGeom prst="rect">
            <a:avLst/>
          </a:prstGeom>
        </p:spPr>
      </p:pic>
      <p:pic>
        <p:nvPicPr>
          <p:cNvPr id="6" name="Picture 5" descr="Will use a python powered system to maake things flow smooth and highpowered. ">
            <a:extLst>
              <a:ext uri="{FF2B5EF4-FFF2-40B4-BE49-F238E27FC236}">
                <a16:creationId xmlns:a16="http://schemas.microsoft.com/office/drawing/2014/main" id="{2D917056-2C3A-51ED-B409-3366BD656D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2872" r="29440" b="-1"/>
          <a:stretch>
            <a:fillRect/>
          </a:stretch>
        </p:blipFill>
        <p:spPr>
          <a:xfrm>
            <a:off x="4895633" y="3473566"/>
            <a:ext cx="3219662" cy="2665057"/>
          </a:xfrm>
          <a:prstGeom prst="rect">
            <a:avLst/>
          </a:prstGeom>
        </p:spPr>
      </p:pic>
      <p:pic>
        <p:nvPicPr>
          <p:cNvPr id="10" name="Picture 9" descr="A hand holding a pencil and writing on a paper&#10;&#10;AI-generated content may be incorrect.">
            <a:extLst>
              <a:ext uri="{FF2B5EF4-FFF2-40B4-BE49-F238E27FC236}">
                <a16:creationId xmlns:a16="http://schemas.microsoft.com/office/drawing/2014/main" id="{D4C62C81-5E1C-00D0-A94B-69D0F4D84B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27806" r="39024" b="-1"/>
          <a:stretch>
            <a:fillRect/>
          </a:stretch>
        </p:blipFill>
        <p:spPr>
          <a:xfrm>
            <a:off x="8289444" y="719377"/>
            <a:ext cx="3096559" cy="541472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F71FF9D-AEC2-32FB-4C96-6E2234880A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76179" y="3223451"/>
            <a:ext cx="2975855" cy="198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91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FA73C-20B7-8A07-4096-DE3C9E0D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9468-4358-29CA-F26C-560EDE2A7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Many companies and retail order teams struggle with being able to quickly and efficiently dispense and provide customers’ orders timely and accurately. </a:t>
            </a:r>
          </a:p>
          <a:p>
            <a:r>
              <a:rPr lang="en-US" dirty="0"/>
              <a:t>Common issues</a:t>
            </a:r>
          </a:p>
          <a:p>
            <a:pPr lvl="1"/>
            <a:r>
              <a:rPr lang="en-US" dirty="0"/>
              <a:t>Walking back forth across the store</a:t>
            </a:r>
          </a:p>
          <a:p>
            <a:pPr lvl="1"/>
            <a:r>
              <a:rPr lang="en-US" dirty="0"/>
              <a:t>Picking the wrong items and/or quantities</a:t>
            </a:r>
          </a:p>
          <a:p>
            <a:pPr lvl="1"/>
            <a:r>
              <a:rPr lang="en-US" dirty="0"/>
              <a:t>New employees struggle to get acquainted</a:t>
            </a:r>
          </a:p>
          <a:p>
            <a:pPr lvl="1"/>
            <a:endParaRPr lang="en-US" dirty="0"/>
          </a:p>
          <a:p>
            <a:pPr marL="457200" lvl="1" indent="0" algn="ctr">
              <a:buNone/>
            </a:pPr>
            <a:r>
              <a:rPr lang="en-US" sz="2000" dirty="0"/>
              <a:t>It leads to refunds, unhappy customers, and unnecessary mistakes.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 descr="A person yelling at a telephone&#10;&#10;AI-generated content may be incorrect.">
            <a:extLst>
              <a:ext uri="{FF2B5EF4-FFF2-40B4-BE49-F238E27FC236}">
                <a16:creationId xmlns:a16="http://schemas.microsoft.com/office/drawing/2014/main" id="{A8942A83-AC11-6BCA-AD0E-DCD021E61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67740" y="3035783"/>
            <a:ext cx="1949985" cy="12993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23C7A-B64A-3EB6-43F5-9AF9FB393D9D}"/>
              </a:ext>
            </a:extLst>
          </p:cNvPr>
          <p:cNvSpPr txBox="1"/>
          <p:nvPr/>
        </p:nvSpPr>
        <p:spPr>
          <a:xfrm>
            <a:off x="7667740" y="4538736"/>
            <a:ext cx="1949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technofaq.org/posts/2015/10/6-different-ways-of-dealing-with-diffuse-and-angry-customers-in-a-bpo-industry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68007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439F-0972-7448-CC9F-F2A76024D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fix: </a:t>
            </a:r>
            <a:r>
              <a:rPr lang="en-US" dirty="0">
                <a:highlight>
                  <a:srgbClr val="808000"/>
                </a:highlight>
              </a:rPr>
              <a:t>S</a:t>
            </a:r>
            <a:r>
              <a:rPr lang="en-US" cap="none" dirty="0">
                <a:highlight>
                  <a:srgbClr val="808000"/>
                </a:highlight>
              </a:rPr>
              <a:t>tore</a:t>
            </a:r>
            <a:r>
              <a:rPr lang="en-US" dirty="0">
                <a:highlight>
                  <a:srgbClr val="808000"/>
                </a:highlight>
              </a:rPr>
              <a:t>f</a:t>
            </a:r>
            <a:r>
              <a:rPr lang="en-US" cap="none" dirty="0">
                <a:highlight>
                  <a:srgbClr val="808000"/>
                </a:highlight>
              </a:rPr>
              <a:t>low</a:t>
            </a:r>
            <a:endParaRPr lang="en-US" dirty="0">
              <a:highlight>
                <a:srgbClr val="8080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18344-EA8E-0CA8-6031-F1860B86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StoreFlow is a python powered system that will help employees and businesses be more productive and better overall.</a:t>
            </a:r>
          </a:p>
          <a:p>
            <a:r>
              <a:rPr lang="en-US" dirty="0"/>
              <a:t>Stores like Walmart and Target can use it</a:t>
            </a:r>
          </a:p>
          <a:p>
            <a:r>
              <a:rPr lang="en-US" dirty="0"/>
              <a:t>Campus stores like the student center can utilize it</a:t>
            </a:r>
          </a:p>
          <a:p>
            <a:r>
              <a:rPr lang="en-US" dirty="0"/>
              <a:t>It would greatly benefit Instacart systems</a:t>
            </a:r>
          </a:p>
          <a:p>
            <a:pPr marL="0" indent="0" algn="ctr">
              <a:buNone/>
            </a:pPr>
            <a:r>
              <a:rPr lang="en-US" dirty="0"/>
              <a:t>Employees/staff can easily learn and put it into use</a:t>
            </a:r>
          </a:p>
        </p:txBody>
      </p:sp>
      <p:pic>
        <p:nvPicPr>
          <p:cNvPr id="5" name="Picture 4" descr="A tablet with words on it&#10;&#10;AI-generated content may be incorrect.">
            <a:extLst>
              <a:ext uri="{FF2B5EF4-FFF2-40B4-BE49-F238E27FC236}">
                <a16:creationId xmlns:a16="http://schemas.microsoft.com/office/drawing/2014/main" id="{80FB93B7-4D4A-2235-7A99-B7CD62D34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99156" y="2787325"/>
            <a:ext cx="2623384" cy="174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6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5F0C-C0CE-1507-16AD-D2BE51B6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896983"/>
          </a:xfrm>
        </p:spPr>
        <p:txBody>
          <a:bodyPr/>
          <a:lstStyle/>
          <a:p>
            <a:pPr algn="ctr"/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7402-73D5-5AAA-8BCB-4658224D7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34609"/>
            <a:ext cx="10691265" cy="3739896"/>
          </a:xfrm>
        </p:spPr>
        <p:txBody>
          <a:bodyPr/>
          <a:lstStyle/>
          <a:p>
            <a:r>
              <a:rPr lang="en-US" dirty="0"/>
              <a:t>Asks for:</a:t>
            </a:r>
          </a:p>
          <a:p>
            <a:pPr lvl="1"/>
            <a:r>
              <a:rPr lang="en-US" dirty="0"/>
              <a:t>Customer name</a:t>
            </a:r>
          </a:p>
          <a:p>
            <a:pPr lvl="1"/>
            <a:r>
              <a:rPr lang="en-US" dirty="0"/>
              <a:t>Order ID</a:t>
            </a:r>
          </a:p>
          <a:p>
            <a:r>
              <a:rPr lang="en-US" dirty="0"/>
              <a:t>Uses pick list of items:</a:t>
            </a:r>
          </a:p>
          <a:p>
            <a:pPr lvl="1"/>
            <a:r>
              <a:rPr lang="en-US" dirty="0"/>
              <a:t>Name, SKU, zone, aisle, location, quantity needed</a:t>
            </a:r>
          </a:p>
          <a:p>
            <a:r>
              <a:rPr lang="en-US" dirty="0"/>
              <a:t>For each Item:</a:t>
            </a:r>
          </a:p>
          <a:p>
            <a:pPr lvl="1"/>
            <a:r>
              <a:rPr lang="en-US" dirty="0"/>
              <a:t>Shows where it is</a:t>
            </a:r>
          </a:p>
          <a:p>
            <a:pPr lvl="1"/>
            <a:r>
              <a:rPr lang="en-US" dirty="0"/>
              <a:t>Lets the worker: Pick, Skip, or Quit</a:t>
            </a:r>
          </a:p>
        </p:txBody>
      </p:sp>
      <p:pic>
        <p:nvPicPr>
          <p:cNvPr id="7" name="Picture 6" descr="A cellphone with a map and icons&#10;&#10;AI-generated content may be incorrect.">
            <a:extLst>
              <a:ext uri="{FF2B5EF4-FFF2-40B4-BE49-F238E27FC236}">
                <a16:creationId xmlns:a16="http://schemas.microsoft.com/office/drawing/2014/main" id="{1E9E081A-98A3-EBA2-C97F-104C39D1C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83845" y="2422386"/>
            <a:ext cx="4878179" cy="325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65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CC868-11C7-44A7-A60F-4E2AC522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Error prevention and coaching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B3FE0-A62D-8E6F-5760-C225A4C63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Warns if worker tries to pick more items, then needed </a:t>
            </a:r>
          </a:p>
          <a:p>
            <a:r>
              <a:rPr lang="en-US" dirty="0"/>
              <a:t>Tracks units needed vs. units picked</a:t>
            </a:r>
          </a:p>
          <a:p>
            <a:r>
              <a:rPr lang="en-US" dirty="0"/>
              <a:t>At the end, shows accuracy percentage and tips on how to be better next time</a:t>
            </a:r>
          </a:p>
        </p:txBody>
      </p:sp>
      <p:pic>
        <p:nvPicPr>
          <p:cNvPr id="5" name="Picture 4" descr="A diagram of cheese with holes and a red line&#10;&#10;AI-generated content may be incorrect.">
            <a:extLst>
              <a:ext uri="{FF2B5EF4-FFF2-40B4-BE49-F238E27FC236}">
                <a16:creationId xmlns:a16="http://schemas.microsoft.com/office/drawing/2014/main" id="{B98B319F-AC5D-9BDE-26D2-45276BB4E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67250" y="3848100"/>
            <a:ext cx="2857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92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9FBA3-7F85-7C83-ECBD-B9BD756D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of system at work</a:t>
            </a:r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023E46D-1794-AA55-94A4-E3ED699B1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315" y="1762201"/>
            <a:ext cx="5149458" cy="3333597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A601A4-1D60-8361-ABAF-02779CD48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352" y="1762201"/>
            <a:ext cx="5149459" cy="33335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600D93-1435-BF19-B134-FF280FA05098}"/>
              </a:ext>
            </a:extLst>
          </p:cNvPr>
          <p:cNvSpPr txBox="1"/>
          <p:nvPr/>
        </p:nvSpPr>
        <p:spPr>
          <a:xfrm>
            <a:off x="491315" y="5364480"/>
            <a:ext cx="3667030" cy="369332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  <a:softEdge rad="165100"/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This a screenshot of the code itself.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F90B6-97F7-B257-CE99-ED87F43A5423}"/>
              </a:ext>
            </a:extLst>
          </p:cNvPr>
          <p:cNvSpPr txBox="1"/>
          <p:nvPr/>
        </p:nvSpPr>
        <p:spPr>
          <a:xfrm>
            <a:off x="6630351" y="5113215"/>
            <a:ext cx="5149459" cy="92333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  <a:softEdge rad="167659"/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This is a screenshot of a test run/example of me running the system as a user of it would. Larger zoom of output on next slide.</a:t>
            </a:r>
          </a:p>
        </p:txBody>
      </p:sp>
    </p:spTree>
    <p:extLst>
      <p:ext uri="{BB962C8B-B14F-4D97-AF65-F5344CB8AC3E}">
        <p14:creationId xmlns:p14="http://schemas.microsoft.com/office/powerpoint/2010/main" val="310386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779870-B969-371B-F8B1-35DA5A724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12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86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1BDD-AFF5-07C8-5FF5-48D3B98B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Technologies used/involved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C5310-402B-5579-FAFE-B91D879F5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used the language of python to configure my code.</a:t>
            </a:r>
          </a:p>
          <a:p>
            <a:pPr lvl="1"/>
            <a:r>
              <a:rPr lang="en-US" dirty="0"/>
              <a:t>Input &amp; Output – interacts with users through questions</a:t>
            </a:r>
          </a:p>
          <a:p>
            <a:pPr lvl="1"/>
            <a:r>
              <a:rPr lang="en-US" dirty="0"/>
              <a:t>Lists &amp; Dictionaries – Used to store item information</a:t>
            </a:r>
          </a:p>
          <a:p>
            <a:pPr lvl="1"/>
            <a:r>
              <a:rPr lang="en-US" dirty="0"/>
              <a:t>If/Else Statement – Used to make decisions (pick, skip, quit)</a:t>
            </a:r>
          </a:p>
          <a:p>
            <a:pPr lvl="1"/>
            <a:r>
              <a:rPr lang="en-US" dirty="0"/>
              <a:t>Loops – Used to go through each item in the pick list</a:t>
            </a:r>
          </a:p>
          <a:p>
            <a:pPr lvl="1"/>
            <a:r>
              <a:rPr lang="en-US" dirty="0"/>
              <a:t>Functions – Organize the code into simple parts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" name="Picture 7" descr="A person touching a screen with his hands&#10;&#10;AI-generated content may be incorrect.">
            <a:extLst>
              <a:ext uri="{FF2B5EF4-FFF2-40B4-BE49-F238E27FC236}">
                <a16:creationId xmlns:a16="http://schemas.microsoft.com/office/drawing/2014/main" id="{727A3D31-E3E4-3992-86E6-2DC2BCB2D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80453" y="2387246"/>
            <a:ext cx="4583476" cy="299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8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D4FB5-1E87-1866-E625-7C652EE81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I can add/Future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AC3E-4626-0AA7-FD76-1EDE5FDC5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tracking for data metrics.</a:t>
            </a:r>
          </a:p>
          <a:p>
            <a:r>
              <a:rPr lang="en-US" dirty="0"/>
              <a:t>The ability to compare with different stores and modes.</a:t>
            </a:r>
          </a:p>
          <a:p>
            <a:r>
              <a:rPr lang="en-US" dirty="0"/>
              <a:t>Turn into simple mobile app.</a:t>
            </a:r>
          </a:p>
          <a:p>
            <a:r>
              <a:rPr lang="en-US" dirty="0"/>
              <a:t>Add route optimization throughout the store for order pickers.</a:t>
            </a:r>
          </a:p>
        </p:txBody>
      </p:sp>
      <p:pic>
        <p:nvPicPr>
          <p:cNvPr id="5" name="Picture 4" descr="A person walking on a step&#10;&#10;AI-generated content may be incorrect.">
            <a:extLst>
              <a:ext uri="{FF2B5EF4-FFF2-40B4-BE49-F238E27FC236}">
                <a16:creationId xmlns:a16="http://schemas.microsoft.com/office/drawing/2014/main" id="{1A72187F-E27C-C792-30E0-7E9535FE1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99943" y="3529584"/>
            <a:ext cx="4314088" cy="259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82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2417-5168-A1D5-6112-6FCB09BE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170F0-4614-0D90-0EC7-491366A4C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45722"/>
            <a:ext cx="10691265" cy="3739896"/>
          </a:xfrm>
        </p:spPr>
        <p:txBody>
          <a:bodyPr/>
          <a:lstStyle/>
          <a:p>
            <a:r>
              <a:rPr lang="en-US" dirty="0"/>
              <a:t>All in all, StoreFlow help reduce order errors and benefits businesses and employees immensely.</a:t>
            </a:r>
          </a:p>
          <a:p>
            <a:r>
              <a:rPr lang="en-US" dirty="0"/>
              <a:t>My experience as an employee working with online orders as well as a customer picking up my orders gave the idea to produce this project/system.</a:t>
            </a:r>
          </a:p>
        </p:txBody>
      </p:sp>
      <p:pic>
        <p:nvPicPr>
          <p:cNvPr id="5" name="Picture 4" descr="A green chart with a line graph&#10;&#10;AI-generated content may be incorrect.">
            <a:extLst>
              <a:ext uri="{FF2B5EF4-FFF2-40B4-BE49-F238E27FC236}">
                <a16:creationId xmlns:a16="http://schemas.microsoft.com/office/drawing/2014/main" id="{B0AC2390-151C-1125-E0AF-FAA31B808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93601" y="3292786"/>
            <a:ext cx="5204798" cy="273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7752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10264</TotalTime>
  <Words>427</Words>
  <Application>Microsoft Macintosh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Univers Condensed</vt:lpstr>
      <vt:lpstr>ChronicleVTI</vt:lpstr>
      <vt:lpstr>Storeflow Creator: Kurai Masuta</vt:lpstr>
      <vt:lpstr>The Problem</vt:lpstr>
      <vt:lpstr>The fix: Storeflow</vt:lpstr>
      <vt:lpstr>How it works</vt:lpstr>
      <vt:lpstr>Error prevention and coaching</vt:lpstr>
      <vt:lpstr>Example of system at work</vt:lpstr>
      <vt:lpstr>PowerPoint Presentation</vt:lpstr>
      <vt:lpstr>Technologies used/involved</vt:lpstr>
      <vt:lpstr>Things I can add/Future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Kurai Masuta</dc:creator>
  <cp:lastModifiedBy>Kurai Masuta</cp:lastModifiedBy>
  <cp:revision>6</cp:revision>
  <dcterms:created xsi:type="dcterms:W3CDTF">2025-11-27T04:55:50Z</dcterms:created>
  <dcterms:modified xsi:type="dcterms:W3CDTF">2025-12-04T08:00:12Z</dcterms:modified>
</cp:coreProperties>
</file>